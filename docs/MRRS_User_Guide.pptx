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80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&amp; Visual Walkthrough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22876" y="329184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  •  Manage schedules  •  Receive notifications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Internal 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1036015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System Overview &amp; Key Features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Logging In (Employee ID &amp; Password)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Dashboard: Timeline and Calendar Views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Making a Room Reservation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Recurring (Repeating) Bookings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Managing &amp; Cancelling Reservations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Admin: Room List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Admin: Schedule &amp; Reservation History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Admin: Administrator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Profile &amp; Change Password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meeting room booking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669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meeting rooms with images, location &amp; capacity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single or recurring multi-week reservations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rescheduling in calendar/timeline views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conflict detection (no double bookings)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notifications to participants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(User / Admin / Superadmin)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reservation history with restore option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 support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188720"/>
            <a:ext cx="4572000" cy="42062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22376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173736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18 + Inertia.js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Laravel 12 (PHP)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Tailwind + DaisyUI + Ant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FullCalendar + React Big Calendar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Emails: Laravel Queue + SMTP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State: Chart.js + Zustand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5577840"/>
            <a:ext cx="4572000" cy="82296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132320" y="5715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databases: MRRS (main), Masterlist (HR), Authify (SSO)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system with your employee credentials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4206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762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MRRS Login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3657600" cy="54864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your browser and go to the MRRS URL.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your Employee ID in the first field.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Enter your password.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Click "Sign In".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 will be redirected to the Dashboard.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Upon login, a secure session token is created and linked to your account.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screen after logging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0" cy="4937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Meeting Reservation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Reservations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🛎 Room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Administrators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188720"/>
            <a:ext cx="5486400" cy="49377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29260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1737360"/>
            <a:ext cx="1463040" cy="36576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2926080" y="1783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737360"/>
            <a:ext cx="1463040" cy="365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480560" y="1783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377440"/>
            <a:ext cx="4937760" cy="4572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301752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 — 9:00–10:00 (Completed)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3017520"/>
            <a:ext cx="4937760" cy="45720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301752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 — 10:00–12:00 (Ongoing)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3657600"/>
            <a:ext cx="4937760" cy="457200"/>
          </a:xfrm>
          <a:prstGeom prst="round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30175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 — 13:00–14:00 (Upcoming)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1188720"/>
            <a:ext cx="3108960" cy="4937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Areas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0" y="1737360"/>
            <a:ext cx="2743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navigation menu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Today (timeline) &amp; Rooms (calendar)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coding: green = complete, blue = active, gray = upcoming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 button opens reservation 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reservation to manage (reschedule/cancel)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Reservation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booking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14400" y="13898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Dashboard → open the "Rooms" tab and select a room card.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6060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or drag on the calendar to select your desired time slot.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details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type, room, start/end date &amp; time, recipients, remarks.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914400" y="42702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526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meeting etiquette agreement and click "Confirm &amp; Save".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1663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914400" y="52303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54864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conflicts, saves, and emails the participants.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1280160"/>
            <a:ext cx="3657600" cy="4572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804672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 Form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182880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Type (dropdown)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(Auto-selected)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&amp;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&amp;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(email tags)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toggle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 / Topic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(Repeating) Bookings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meeting that repeats weekly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"Recurring" toggle in the booking form.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day(s) of the week the meeting repeats (Sun–Sat).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"Repeat Until" end date.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creates one reservation per selected week automatically.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email is sent for each occurrence.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checked per-occurrence across all scheduled dates.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4389120" cy="3108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31520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Weekly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2194560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74066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73568" y="2194560"/>
            <a:ext cx="457200" cy="457200"/>
          </a:xfrm>
          <a:prstGeom prst="ellipse">
            <a:avLst/>
          </a:prstGeom>
          <a:solidFill>
            <a:srgbClr val="2563E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973568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40496" y="2194560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540496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7424" y="2194560"/>
            <a:ext cx="457200" cy="457200"/>
          </a:xfrm>
          <a:prstGeom prst="ellipse">
            <a:avLst/>
          </a:prstGeom>
          <a:solidFill>
            <a:srgbClr val="2563E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9107424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74352" y="2194560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9674352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2194560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102412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808208" y="2194560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10808208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until: 2026-12-31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Creates MON &amp; WED reservations each week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&amp; Cancelling Reservations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or cancel your bookings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Reservation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any reservation event in the calendar or timeline.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admins can manage; others are blocked with a message.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"Manage Reservation" window opens with actions.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4937760" cy="9144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Reschedule — change room, date &amp;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4937760" cy="9144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Cancel — enter a reason and confirm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10424160" cy="1280160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109728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Tip: Drag-and-drop rescheduling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reservation block in the calendar to move it to a new time/room. Pull the bottom edge to extend its duration. The system auto-checks for conflicts and stops at the next reservation.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Room List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 &amp; Superadmin 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Sidebar → "Room List".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rooms in a searchable, sortable data table.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Room: name, location, capacity, description, image upload.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Room: update details or replace the image.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Room: removes the image file and database record.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names must be unique. Images limited to 2MB (jpg/png/webp).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371600"/>
            <a:ext cx="4389120" cy="42062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3152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Fields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19202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(required)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(optional)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/ Updated timestamps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Edit, Delete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Schedule &amp; Reservation History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 and audit trail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(Schedule List)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reservations sorted by start date.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guest name, event type, room, dates, remarks.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reservations from the schedule.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&amp; sortable via the DataTable.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History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reservation.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reserved, completed, canceled, DateTimeAdjusted, restored.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complete log of a single reservation.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canceled/completed reservation back to active.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10424160" cy="14630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Lifecycle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 ➜  ONGOING  ➜  COMPLETED          (or)  CANCELED  ➜  RESTORED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reservations auto-move to history when their end time passes.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Administrator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has admin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Admins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list of current administrators.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user role: admin ⇄ superadmin.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administrator from the system.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"New Admin" to see eligible employees.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Eligibility: active (ACCSTATUS=1), MIS / Training &amp; Development.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already an admin.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employee and assign a role to add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10424160" cy="13716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Access Matrix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— full access: dashboard, rooms, schedules, history, admin management.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reservations CRUD, room list, schedule list, history, admin management.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(not in admin table) — basic authenticated access.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Change Password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account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Sidebar / NavBar → "Profile".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employee details from the HR masterlist: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ID &amp;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Title &amp; 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Line, Station, 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"Change Password" option on the Profile page.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current password.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confirm your new password.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is updated in the HR masterlist.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0424160" cy="128016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 Tips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when leaving shared computers. Do not share your password. Use the Change Password tool regularly.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Reservation System (MRRS) — User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 </a:t>
            </a:r>
            <a:r>
              <a:rPr lang="en-US" sz="18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kuya</a:t>
            </a: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</a:t>
            </a: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Dharwines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6675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 quickly from the Dashboard timeline or calendar.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recurring bookings for repeating meetings.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by dragging reservations or via the Manage window.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rooms, schedules, history, and administrators.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are sent automatically to all participants.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support, contact the development team.  •  MRRS v1.0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1360</Words>
  <Application>Microsoft Office PowerPoint</Application>
  <PresentationFormat>Custom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2</cp:revision>
  <dcterms:created xsi:type="dcterms:W3CDTF">2026-08-05T01:23:11Z</dcterms:created>
  <dcterms:modified xsi:type="dcterms:W3CDTF">2026-08-05T01:28:17Z</dcterms:modified>
</cp:coreProperties>
</file>